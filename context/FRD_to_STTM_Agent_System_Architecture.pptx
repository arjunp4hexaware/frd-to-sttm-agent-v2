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F6B7C"/>
                </a:solidFill>
                <a:latin typeface="Calibri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836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600" b="0">
                <a:solidFill>
                  <a:srgbClr val="5F6B7C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1704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F343C"/>
                </a:solidFill>
                <a:latin typeface="Calibri"/>
              </a:rPr>
              <a:t>An approved requirements document becomes an audited source-to-target mapping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536192"/>
            <a:ext cx="1938527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1600200"/>
            <a:ext cx="1938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5642A6"/>
                </a:solidFill>
                <a:latin typeface="Calibri"/>
              </a:rPr>
              <a:t>READ-ONLY SHAREPOINT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96896" y="1536192"/>
            <a:ext cx="233172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596896" y="1600200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A04D2C"/>
                </a:solidFill>
                <a:latin typeface="Calibri"/>
              </a:rPr>
              <a:t>1 MODEL CALL PER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38344" y="1536192"/>
            <a:ext cx="233172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A3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38344" y="1600200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007067"/>
                </a:solidFill>
                <a:latin typeface="Calibri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11680"/>
            <a:ext cx="20116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5642A6"/>
                </a:solidFill>
                <a:latin typeface="Consolas"/>
              </a:rPr>
              <a:t>SRC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32304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SharePoint</a:t>
            </a:r>
          </a:p>
        </p:txBody>
      </p:sp>
      <p:pic>
        <p:nvPicPr>
          <p:cNvPr id="24" name="Picture 23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2157984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8096" y="2816352"/>
            <a:ext cx="1591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System of record. FRDs in, approved STTMs back. The agent only ever reads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758183"/>
            <a:ext cx="1719072" cy="89611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rd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952" y="3776472"/>
            <a:ext cx="1337055" cy="85953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834640" y="2011680"/>
            <a:ext cx="1874519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02209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36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007067"/>
                </a:solidFill>
                <a:latin typeface="Consolas"/>
              </a:rPr>
              <a:t>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243230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Scheduled sync</a:t>
            </a:r>
          </a:p>
        </p:txBody>
      </p:sp>
      <p:pic>
        <p:nvPicPr>
          <p:cNvPr id="32" name="Picture 31" descr="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672" y="21579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054096" y="2816352"/>
            <a:ext cx="1453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Every 15 minutes, incremental. Pairs each FRD with its STTM and indexes the corpus in Unity Catalog. Zero model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2011680"/>
            <a:ext cx="26974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7093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581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007067"/>
                </a:solidFill>
                <a:latin typeface="Consolas"/>
              </a:rPr>
              <a:t>01–04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2936" y="243230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Generation job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2936" y="2816352"/>
            <a:ext cx="22768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Four stages on Databricks. Extract is the single Claude call; parsing, grounding audit, gate and render are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2011680"/>
            <a:ext cx="17830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142731" y="2235708"/>
            <a:ext cx="100584" cy="100584"/>
          </a:xfrm>
          <a:prstGeom prst="ellipse">
            <a:avLst/>
          </a:prstGeom>
          <a:solidFill>
            <a:srgbClr val="D198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866103"/>
                </a:solidFill>
                <a:latin typeface="Consolas"/>
              </a:rPr>
              <a:t>HITL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43230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Review app</a:t>
            </a:r>
          </a:p>
        </p:txBody>
      </p:sp>
      <p:pic>
        <p:nvPicPr>
          <p:cNvPr id="43" name="Picture 42" descr="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2157984"/>
            <a:ext cx="274320" cy="2743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174736" y="2816352"/>
            <a:ext cx="13624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Pick an FRD, run, answer what the agent could not settle, re-render — then upload the approved STTM yourself.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2011680"/>
            <a:ext cx="1627632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020013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5642A6"/>
                </a:solidFill>
                <a:latin typeface="Consolas"/>
              </a:rPr>
              <a:t>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32136" y="2432304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Outputs</a:t>
            </a:r>
          </a:p>
        </p:txBody>
      </p:sp>
      <p:pic>
        <p:nvPicPr>
          <p:cNvPr id="49" name="Picture 48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4824" y="2157984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32136" y="2816352"/>
            <a:ext cx="12070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STTM workbook + feed contract → CodeGen and Code Review agents.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58984" y="3758183"/>
            <a:ext cx="1335024" cy="89611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sttm_she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3788881"/>
            <a:ext cx="1298448" cy="83471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202936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02936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02936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08142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5790438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790438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A04D2C"/>
                </a:solidFill>
                <a:latin typeface="Consolas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90438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95644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7940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77940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7940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Audit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83146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965442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965442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5442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02936" y="4453127"/>
            <a:ext cx="2258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A04D2C"/>
                </a:solidFill>
                <a:latin typeface="Calibri"/>
              </a:rPr>
              <a:t>02 is the only model call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57860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72744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9924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756647" y="2560320"/>
            <a:ext cx="237745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95359" y="4800600"/>
            <a:ext cx="0" cy="237744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188719" y="5038344"/>
            <a:ext cx="7406640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719" y="4818888"/>
            <a:ext cx="0" cy="219456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0" y="5111496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866103"/>
                </a:solidFill>
                <a:latin typeface="Calibri"/>
              </a:rPr>
              <a:t>the reviewer uploads the approved STTM   →   the next sync pairs it   →   it becomes a template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48640" y="5760720"/>
            <a:ext cx="11094415" cy="0"/>
          </a:xfrm>
          <a:prstGeom prst="line">
            <a:avLst/>
          </a:prstGeom>
          <a:ln w="6350">
            <a:solidFill>
              <a:srgbClr val="D3D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888736"/>
            <a:ext cx="8686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43C"/>
                </a:solidFill>
                <a:latin typeface="Calibri"/>
              </a:rPr>
              <a:t>Grounding checks, gate status, pairing verdicts, template choice and eval scores are computed in code, never by the model. Fail loud — no silent mock, no silent live, no stale copies.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53935" y="594360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F6B7C"/>
                </a:solidFill>
                <a:latin typeface="Calibri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