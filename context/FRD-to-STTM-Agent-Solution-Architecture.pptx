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1"/>
  </p:notesMasterIdLst>
  <p:sldIdLst>
    <p:sldId id="2147469760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BB00F6C-91F8-4A0E-B8FB-7A61AF68BD20}">
          <p14:sldIdLst>
            <p14:sldId id="256"/>
            <p14:sldId id="257"/>
            <p14:sldId id="2147469756"/>
            <p14:sldId id="2147469762"/>
            <p14:sldId id="258"/>
            <p14:sldId id="2147469760"/>
            <p14:sldId id="2147469764"/>
            <p14:sldId id="398"/>
            <p14:sldId id="2147469772"/>
            <p14:sldId id="2147469770"/>
            <p14:sldId id="261"/>
            <p14:sldId id="2147469752"/>
            <p14:sldId id="2147469771"/>
            <p14:sldId id="264"/>
            <p14:sldId id="2147469765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66B1"/>
    <a:srgbClr val="0338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AF1090-E779-9589-53C0-BCE84208D3B8}" v="1" dt="2026-08-27T20:42:20.873"/>
    <p1510:client id="{56F99941-40A3-47CB-9BE5-F9F0FA358D8C}" v="787" dt="2026-08-27T11:28:20.765"/>
    <p1510:client id="{B5C27B78-DEAE-4E4F-9BBA-7105430FE859}" v="714" dt="2026-08-27T12:09:56.2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0" Type="http://schemas.openxmlformats.org/officeDocument/2006/relationships/slide" Target="slides/slide6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B7AAE9-E3B9-4C1F-B063-B56A918B35C1}" type="datetimeFigureOut"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0" y="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F4F88F-DB2D-4C99-9E9D-5D24CC6B19B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183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EBAA0-ABD0-F16D-1550-0D39A444F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475A4-3FB7-A15A-78B9-07C096609E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F8CECD-C9F3-707E-1894-BE46A5F64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B076B-7547-93F9-7EBC-1E015F918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9255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7753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20.png"/><Relationship Id="rId17" Type="http://schemas.openxmlformats.org/officeDocument/2006/relationships/image" Target="../media/image38.png"/><Relationship Id="rId18" Type="http://schemas.openxmlformats.org/officeDocument/2006/relationships/image" Target="../media/image36.png"/><Relationship Id="rId19" Type="http://schemas.openxmlformats.org/officeDocument/2006/relationships/image" Target="../media/image41.png"/><Relationship Id="rId20" Type="http://schemas.openxmlformats.org/officeDocument/2006/relationships/image" Target="../media/image32.png"/><Relationship Id="rId21" Type="http://schemas.openxmlformats.org/officeDocument/2006/relationships/image" Target="../media/image25.png"/><Relationship Id="rId22" Type="http://schemas.openxmlformats.org/officeDocument/2006/relationships/image" Target="../media/image31.png"/><Relationship Id="rId23" Type="http://schemas.openxmlformats.org/officeDocument/2006/relationships/image" Target="../media/image42.png"/></Relationships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EC9136-5402-38FA-0C99-D6A02E05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182880"/>
            <a:ext cx="11338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FRD → STTM AGENT  ·  SOLUTION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896112"/>
            <a:ext cx="11521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3DA5"/>
                </a:solidFill>
                <a:latin typeface="Calibri"/>
              </a:rPr>
              <a:t>Two documents in, one model call, one workbook out — a person approves every hand-off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371600"/>
            <a:ext cx="2514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spc="140">
                <a:solidFill>
                  <a:srgbClr val="003DA5"/>
                </a:solidFill>
                <a:latin typeface="Calibri"/>
              </a:rPr>
              <a:t>SOURCE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6120" y="1371600"/>
            <a:ext cx="5440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spc="140">
                <a:solidFill>
                  <a:srgbClr val="003DA5"/>
                </a:solidFill>
                <a:latin typeface="Calibri"/>
              </a:rPr>
              <a:t>DATABRICKS PLATFORM — WHERE THE AGENT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34272" y="1371600"/>
            <a:ext cx="27733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spc="140">
                <a:solidFill>
                  <a:srgbClr val="003DA5"/>
                </a:solidFill>
                <a:latin typeface="Calibri"/>
              </a:rPr>
              <a:t>OUTPUT  ·  DOWNSTREAM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627632"/>
            <a:ext cx="2514600" cy="17007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1705356"/>
            <a:ext cx="438912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7" y="1709928"/>
            <a:ext cx="1746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D2D2D"/>
                </a:solidFill>
                <a:latin typeface="Calibri"/>
              </a:rPr>
              <a:t>Microsoft SharePoint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1911095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455560"/>
                </a:solidFill>
                <a:latin typeface="Calibri"/>
              </a:rPr>
              <a:t>system of record — where documents are approved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2064" y="2205355"/>
            <a:ext cx="310896" cy="28930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2688" y="2185416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003DA5"/>
                </a:solidFill>
                <a:latin typeface="Consolas"/>
              </a:rPr>
              <a:t>FRD_&lt;source&gt;.docx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340864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455560"/>
                </a:solidFill>
                <a:latin typeface="Calibri"/>
              </a:rPr>
              <a:t>requirements — written by the BSA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2064" y="2589403"/>
            <a:ext cx="310896" cy="28930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32688" y="2569464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003DA5"/>
                </a:solidFill>
                <a:latin typeface="Consolas"/>
              </a:rPr>
              <a:t>VDD_&lt;source&gt;.xlsx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2724912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455560"/>
                </a:solidFill>
                <a:latin typeface="Calibri"/>
              </a:rPr>
              <a:t>the vendor's data dictionary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2064" y="2973451"/>
            <a:ext cx="310896" cy="28930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32688" y="2953512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003DA5"/>
                </a:solidFill>
                <a:latin typeface="Consolas"/>
              </a:rPr>
              <a:t>STTM_&lt;source&gt;.xlsx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108960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455560"/>
                </a:solidFill>
                <a:latin typeface="Calibri"/>
              </a:rPr>
              <a:t>approved workbooks — layout 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3419856"/>
            <a:ext cx="2514600" cy="47548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3465576"/>
            <a:ext cx="384048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2" y="3465576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2D2D2D"/>
                </a:solidFill>
                <a:latin typeface="Calibri"/>
              </a:rPr>
              <a:t>Jira board / Azure DevOps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3648456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455560"/>
                </a:solidFill>
                <a:latin typeface="Calibri"/>
              </a:rPr>
              <a:t>requirement stories and acceptance criteria behind the FRD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3986784"/>
            <a:ext cx="2514600" cy="47548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" y="4032504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87552" y="4032504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2D2D2D"/>
                </a:solidFill>
                <a:latin typeface="Calibri"/>
              </a:rPr>
              <a:t>Confluence / 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4215384"/>
            <a:ext cx="1783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455560"/>
                </a:solidFill>
                <a:latin typeface="Calibri"/>
              </a:rPr>
              <a:t>source-system notes, run books — same connector pattern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4553712"/>
            <a:ext cx="2514600" cy="1024128"/>
          </a:xfrm>
          <a:prstGeom prst="rect">
            <a:avLst/>
          </a:prstGeom>
          <a:noFill/>
          <a:ln w="12700">
            <a:solidFill>
              <a:srgbClr val="003D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" y="4666805"/>
            <a:ext cx="402336" cy="35902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87552" y="4626864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2D2D2D"/>
                </a:solidFill>
                <a:latin typeface="Calibri"/>
              </a:rPr>
              <a:t>One connector layer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4809744"/>
            <a:ext cx="17830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333F48"/>
                </a:solidFill>
                <a:latin typeface="Calibri"/>
              </a:rPr>
              <a:t>Entra ID app · Microsoft Graph + Atlassian REST · scoped read-only · one write folder for approved workbooks.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" y="5266944"/>
            <a:ext cx="22585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1">
                <a:solidFill>
                  <a:srgbClr val="003DA5"/>
                </a:solidFill>
                <a:latin typeface="Calibri"/>
              </a:rPr>
              <a:t>00  sync on start-up</a:t>
            </a:r>
            <a:r>
              <a:rPr sz="680" b="0">
                <a:solidFill>
                  <a:srgbClr val="333F48"/>
                </a:solidFill>
                <a:latin typeface="Calibri"/>
              </a:rPr>
              <a:t>  —  new FRD_* / VDD_* / STTM_* files are imported, paired by name — never by similarity.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898648" y="2130552"/>
            <a:ext cx="347472" cy="0"/>
          </a:xfrm>
          <a:prstGeom prst="line">
            <a:avLst/>
          </a:prstGeom>
          <a:ln w="25400">
            <a:solidFill>
              <a:srgbClr val="003D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3246120" y="1627632"/>
            <a:ext cx="5440680" cy="395020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355848" y="1737360"/>
            <a:ext cx="52212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465122" y="1801368"/>
            <a:ext cx="1015891" cy="34747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617720" y="1828800"/>
            <a:ext cx="38496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455560"/>
                </a:solidFill>
                <a:latin typeface="Calibri"/>
              </a:rPr>
              <a:t>volumes + Delta tables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47288" y="2212848"/>
            <a:ext cx="50383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03DA5"/>
                </a:solidFill>
                <a:latin typeface="Consolas"/>
              </a:rPr>
              <a:t>frds  ·  vdds  ·  reference_sttms  ·  output_sttms</a:t>
            </a:r>
            <a:r>
              <a:rPr sz="800" b="1">
                <a:solidFill>
                  <a:srgbClr val="455560"/>
                </a:solidFill>
                <a:latin typeface="Calibri"/>
              </a:rPr>
              <a:t>      +  table  </a:t>
            </a:r>
            <a:r>
              <a:rPr sz="800" b="1">
                <a:solidFill>
                  <a:srgbClr val="003DA5"/>
                </a:solidFill>
                <a:latin typeface="Consolas"/>
              </a:rPr>
              <a:t>frd_pairing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47288" y="2414015"/>
            <a:ext cx="5038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333F48"/>
                </a:solidFill>
                <a:latin typeface="Calibri"/>
              </a:rPr>
              <a:t>Every file the agent reads or writes lives here. The review app reads this — SharePoint is never on the request path.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55848" y="2743200"/>
            <a:ext cx="5221224" cy="365760"/>
          </a:xfrm>
          <a:prstGeom prst="rect">
            <a:avLst/>
          </a:prstGeom>
          <a:noFill/>
          <a:ln w="12700">
            <a:solidFill>
              <a:srgbClr val="003D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braces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47288" y="2816352"/>
            <a:ext cx="219456" cy="21945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3758184" y="2779776"/>
            <a:ext cx="471830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1">
                <a:solidFill>
                  <a:srgbClr val="2D2D2D"/>
                </a:solidFill>
                <a:latin typeface="Calibri"/>
              </a:rPr>
              <a:t>ACFC standards as config</a:t>
            </a:r>
            <a:r>
              <a:rPr sz="750" b="0">
                <a:solidFill>
                  <a:srgbClr val="455560"/>
                </a:solidFill>
                <a:latin typeface="Calibri"/>
              </a:rPr>
              <a:t>  —  </a:t>
            </a:r>
            <a:r>
              <a:rPr sz="750" b="0">
                <a:solidFill>
                  <a:srgbClr val="003DA5"/>
                </a:solidFill>
                <a:latin typeface="Consolas"/>
              </a:rPr>
              <a:t>naming_standards.json · engineering_standards.json</a:t>
            </a:r>
            <a:r>
              <a:rPr sz="750" b="0">
                <a:solidFill>
                  <a:srgbClr val="333F48"/>
                </a:solidFill>
                <a:latin typeface="Calibri"/>
              </a:rPr>
              <a:t>  —  catalog and schema per layer, stage type, promoted type, audit columns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55848" y="3227832"/>
            <a:ext cx="5221224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47288" y="3291840"/>
            <a:ext cx="50383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D2D2D"/>
                </a:solidFill>
                <a:latin typeface="Calibri"/>
              </a:rPr>
              <a:t>Generation job</a:t>
            </a:r>
            <a:r>
              <a:rPr sz="800" b="0">
                <a:solidFill>
                  <a:srgbClr val="455560"/>
                </a:solidFill>
                <a:latin typeface="Calibri"/>
              </a:rPr>
              <a:t>    Databricks Jobs · serverless · </a:t>
            </a:r>
            <a:r>
              <a:rPr sz="800" b="0">
                <a:solidFill>
                  <a:srgbClr val="455560"/>
                </a:solidFill>
                <a:latin typeface="Consolas"/>
              </a:rPr>
              <a:t>frd_sttm_pipeline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47288" y="3593592"/>
            <a:ext cx="1170432" cy="1042415"/>
          </a:xfrm>
          <a:prstGeom prst="rect">
            <a:avLst/>
          </a:prstGeom>
          <a:solidFill>
            <a:srgbClr val="FCECEE"/>
          </a:solidFill>
          <a:ln w="12700">
            <a:solidFill>
              <a:srgbClr val="D220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520440" y="3639312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20">
                <a:solidFill>
                  <a:srgbClr val="D2202F"/>
                </a:solidFill>
                <a:latin typeface="Calibri"/>
              </a:rPr>
              <a:t>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0440" y="3776472"/>
            <a:ext cx="10241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D2D2D"/>
                </a:solidFill>
                <a:latin typeface="Calibri"/>
              </a:rPr>
              <a:t>Extract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0440" y="3986784"/>
            <a:ext cx="10241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333F48"/>
                </a:solidFill>
                <a:latin typeface="Calibri"/>
              </a:rPr>
              <a:t>docx → markdown; the one Claude call returns the source-level facts. The VDD is parsed by code.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20440" y="4471416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1">
                <a:solidFill>
                  <a:srgbClr val="D2202F"/>
                </a:solidFill>
                <a:latin typeface="Calibri"/>
              </a:rPr>
              <a:t>the one model call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26864" y="4114800"/>
            <a:ext cx="100584" cy="0"/>
          </a:xfrm>
          <a:prstGeom prst="line">
            <a:avLst/>
          </a:prstGeom>
          <a:ln w="15875">
            <a:solidFill>
              <a:srgbClr val="003D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4736592" y="3593592"/>
            <a:ext cx="1170432" cy="1042415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809744" y="3639312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20">
                <a:solidFill>
                  <a:srgbClr val="003DA5"/>
                </a:solidFill>
                <a:latin typeface="Calibri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09744" y="3776472"/>
            <a:ext cx="10241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D2D2D"/>
                </a:solidFill>
                <a:latin typeface="Calibri"/>
              </a:rPr>
              <a:t>Assess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9744" y="3986784"/>
            <a:ext cx="10241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333F48"/>
                </a:solidFill>
                <a:latin typeface="Calibri"/>
              </a:rPr>
              <a:t>Every identifier grounded verbatim in the FRD; sources paired to dictionaries; targets per layer; blockers.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916168" y="4114800"/>
            <a:ext cx="100584" cy="0"/>
          </a:xfrm>
          <a:prstGeom prst="line">
            <a:avLst/>
          </a:prstGeom>
          <a:ln w="15875">
            <a:solidFill>
              <a:srgbClr val="003D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6025896" y="3593592"/>
            <a:ext cx="1170432" cy="1042415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099048" y="3639312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20">
                <a:solidFill>
                  <a:srgbClr val="003DA5"/>
                </a:solidFill>
                <a:latin typeface="Calibri"/>
              </a:rPr>
              <a:t>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9048" y="3776472"/>
            <a:ext cx="10241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D2D2D"/>
                </a:solidFill>
                <a:latin typeface="Calibri"/>
              </a:rPr>
              <a:t>Answer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9048" y="3986784"/>
            <a:ext cx="10241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333F48"/>
                </a:solidFill>
                <a:latin typeface="Calibri"/>
              </a:rPr>
              <a:t>ready · needs input · cannot generate. The reviewer settles each question; answers live on run.json.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205472" y="4114800"/>
            <a:ext cx="100584" cy="0"/>
          </a:xfrm>
          <a:prstGeom prst="line">
            <a:avLst/>
          </a:prstGeom>
          <a:ln w="15875">
            <a:solidFill>
              <a:srgbClr val="003D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7315200" y="3593592"/>
            <a:ext cx="1170432" cy="1042415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388352" y="3639312"/>
            <a:ext cx="10241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 spc="120">
                <a:solidFill>
                  <a:srgbClr val="003DA5"/>
                </a:solidFill>
                <a:latin typeface="Calibri"/>
              </a:rPr>
              <a:t>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88352" y="3776472"/>
            <a:ext cx="10241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D2D2D"/>
                </a:solidFill>
                <a:latin typeface="Calibri"/>
              </a:rPr>
              <a:t>Render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88352" y="3986784"/>
            <a:ext cx="102412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" b="0">
                <a:solidFill>
                  <a:srgbClr val="333F48"/>
                </a:solidFill>
                <a:latin typeface="Calibri"/>
              </a:rPr>
              <a:t>Rows from the VDD, targets from the FRD and standards, rules on the row they name — in an approved layout.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55848" y="4828032"/>
            <a:ext cx="255574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447288" y="4901755"/>
            <a:ext cx="914400" cy="200025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453128" y="4892040"/>
            <a:ext cx="13670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2D2D2D"/>
                </a:solidFill>
                <a:latin typeface="Calibri"/>
              </a:rPr>
              <a:t>via Foundation Model APIs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47288" y="5138928"/>
            <a:ext cx="23728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003DA5"/>
                </a:solidFill>
                <a:latin typeface="Consolas"/>
              </a:rPr>
              <a:t>databricks-claude-opus-5</a:t>
            </a:r>
            <a:r>
              <a:rPr sz="700" b="0">
                <a:solidFill>
                  <a:srgbClr val="333F48"/>
                </a:solidFill>
                <a:latin typeface="Calibri"/>
              </a:rPr>
              <a:t>  ·  through AI Gateway: logging, rate limits, guardrails on every call  ·  inside the client's workspace — no external key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021324" y="4828032"/>
            <a:ext cx="255574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123783" y="4864608"/>
            <a:ext cx="490024" cy="27432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6716268" y="4892040"/>
            <a:ext cx="17693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2D2D2D"/>
                </a:solidFill>
                <a:latin typeface="Calibri"/>
              </a:rPr>
              <a:t>Review app</a:t>
            </a:r>
            <a:r>
              <a:rPr sz="850" b="0">
                <a:solidFill>
                  <a:srgbClr val="455560"/>
                </a:solidFill>
                <a:latin typeface="Calibri"/>
              </a:rPr>
              <a:t>    Databricks Apps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12764" y="5138928"/>
            <a:ext cx="23728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333F48"/>
                </a:solidFill>
                <a:latin typeface="Calibri"/>
              </a:rPr>
              <a:t>Pick a source · run (confirm-gated) · answer what the agent will not guess · re-render · download. Nothing is invented on the reviewer's behalf.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034272" y="1627632"/>
            <a:ext cx="2773375" cy="1097280"/>
          </a:xfrm>
          <a:prstGeom prst="rect">
            <a:avLst/>
          </a:prstGeom>
          <a:noFill/>
          <a:ln w="12700">
            <a:solidFill>
              <a:srgbClr val="003D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0" y="1733677"/>
            <a:ext cx="420624" cy="391414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656064" y="1737360"/>
            <a:ext cx="20235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D2D2D"/>
                </a:solidFill>
                <a:latin typeface="Calibri"/>
              </a:rPr>
              <a:t>Draft STTM workbook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56064" y="1975104"/>
            <a:ext cx="20235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003DA5"/>
                </a:solidFill>
                <a:latin typeface="Calibri"/>
              </a:rPr>
              <a:t>.xlsx  ·  ACFC layout  ·  open questions flagged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62288" y="2194560"/>
            <a:ext cx="25173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0">
                <a:solidFill>
                  <a:srgbClr val="333F48"/>
                </a:solidFill>
                <a:latin typeface="Calibri"/>
              </a:rPr>
              <a:t>Every cell comes from the FRD, the VDD or the standards — target column names carried as-is from the dictionary. What cannot be sourced is a question, not a guess.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8686800" y="2130552"/>
            <a:ext cx="347472" cy="0"/>
          </a:xfrm>
          <a:prstGeom prst="line">
            <a:avLst/>
          </a:prstGeom>
          <a:ln w="25400">
            <a:solidFill>
              <a:srgbClr val="003D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9034272" y="2889504"/>
            <a:ext cx="2773375" cy="1371600"/>
          </a:xfrm>
          <a:prstGeom prst="rect">
            <a:avLst/>
          </a:prstGeom>
          <a:solidFill>
            <a:srgbClr val="0A2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0" name="Picture 79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162288" y="3017520"/>
            <a:ext cx="274320" cy="2743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528048" y="3008376"/>
            <a:ext cx="215158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A named reviewer decides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62288" y="3310128"/>
            <a:ext cx="25173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Calibri"/>
              </a:rPr>
              <a:t>Resolves each open question, edits in Excel if needed, approves — and returns the workbook to SharePoint. The next sync pairs it: it becomes a layout other sources may borrow, never content. Nothing moves downstream unapproved.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10420959" y="2724912"/>
            <a:ext cx="0" cy="164592"/>
          </a:xfrm>
          <a:prstGeom prst="line">
            <a:avLst/>
          </a:prstGeom>
          <a:ln w="19050">
            <a:solidFill>
              <a:srgbClr val="003D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9034272" y="4425696"/>
            <a:ext cx="2773375" cy="115214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162288" y="4517136"/>
            <a:ext cx="251734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spc="140">
                <a:solidFill>
                  <a:srgbClr val="455560"/>
                </a:solidFill>
                <a:latin typeface="Calibri"/>
              </a:rPr>
              <a:t>DOWNSTREAM</a:t>
            </a:r>
          </a:p>
        </p:txBody>
      </p:sp>
      <p:pic>
        <p:nvPicPr>
          <p:cNvPr id="86" name="Picture 85" descr="cod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62288" y="4754880"/>
            <a:ext cx="256032" cy="25603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9509760" y="4736592"/>
            <a:ext cx="216987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D2D2D"/>
                </a:solidFill>
                <a:latin typeface="Calibri"/>
              </a:rPr>
              <a:t>CodeGen agent</a:t>
            </a:r>
            <a:r>
              <a:rPr sz="950" b="0">
                <a:solidFill>
                  <a:srgbClr val="455560"/>
                </a:solidFill>
                <a:latin typeface="Calibri"/>
              </a:rPr>
              <a:t>   Agent 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62288" y="5010912"/>
            <a:ext cx="25173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0">
                <a:solidFill>
                  <a:srgbClr val="333F48"/>
                </a:solidFill>
                <a:latin typeface="Calibri"/>
              </a:rPr>
              <a:t>Reads the approved workbook — its only input from this agent — and emits the pipeline code. Unity Catalog carries the lineage from FRD to table.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0420959" y="4261104"/>
            <a:ext cx="0" cy="164592"/>
          </a:xfrm>
          <a:prstGeom prst="line">
            <a:avLst/>
          </a:prstGeom>
          <a:ln w="19050">
            <a:solidFill>
              <a:srgbClr val="003D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384048" y="5760720"/>
            <a:ext cx="11423599" cy="384048"/>
          </a:xfrm>
          <a:prstGeom prst="rect">
            <a:avLst/>
          </a:prstGeom>
          <a:solidFill>
            <a:srgbClr val="0A2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384048" y="5760720"/>
            <a:ext cx="1142359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spc="120">
                <a:solidFill>
                  <a:srgbClr val="FFFFFF"/>
                </a:solidFill>
                <a:latin typeface="Calibri"/>
              </a:rPr>
              <a:t>ONE MODEL CALL PER RUN     ·     EVERYTHING ELSE IS DETERMINISTIC CODE     ·     NOTHING IS INVENTED     ·     A PERSON APPROVES</a:t>
            </a:r>
          </a:p>
        </p:txBody>
      </p:sp>
    </p:spTree>
    <p:extLst>
      <p:ext uri="{BB962C8B-B14F-4D97-AF65-F5344CB8AC3E}">
        <p14:creationId xmlns:p14="http://schemas.microsoft.com/office/powerpoint/2010/main" val="2508389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0426B2D8CA0A94F885E990AD9C65561" ma:contentTypeVersion="3" ma:contentTypeDescription="Create a new document." ma:contentTypeScope="" ma:versionID="85bb13b16a9506a223afed9a3ec3a41c">
  <xsd:schema xmlns:xsd="http://www.w3.org/2001/XMLSchema" xmlns:xs="http://www.w3.org/2001/XMLSchema" xmlns:p="http://schemas.microsoft.com/office/2006/metadata/properties" xmlns:ns2="6537d64e-af8a-45f1-9663-213a80cc8430" targetNamespace="http://schemas.microsoft.com/office/2006/metadata/properties" ma:root="true" ma:fieldsID="d0025840606445d7475e5c4ef7c05746" ns2:_="">
    <xsd:import namespace="6537d64e-af8a-45f1-9663-213a80cc843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37d64e-af8a-45f1-9663-213a80cc843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DCDE733-B052-48C7-8D8B-6A197F3D689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E95DF1D-B647-411E-A3C7-BB819E8DE7D6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infopath/2007/PartnerControls"/>
    <ds:schemaRef ds:uri="http://purl.org/dc/dcmitype/"/>
    <ds:schemaRef ds:uri="http://schemas.microsoft.com/office/2006/metadata/properties"/>
    <ds:schemaRef ds:uri="http://purl.org/dc/terms/"/>
    <ds:schemaRef ds:uri="http://schemas.openxmlformats.org/package/2006/metadata/core-properties"/>
    <ds:schemaRef ds:uri="6537d64e-af8a-45f1-9663-213a80cc8430"/>
  </ds:schemaRefs>
</ds:datastoreItem>
</file>

<file path=customXml/itemProps3.xml><?xml version="1.0" encoding="utf-8"?>
<ds:datastoreItem xmlns:ds="http://schemas.openxmlformats.org/officeDocument/2006/customXml" ds:itemID="{AB3666F2-4465-4862-A672-AF211D658BD9}">
  <ds:schemaRefs>
    <ds:schemaRef ds:uri="6537d64e-af8a-45f1-9663-213a80cc843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School Days</Template>
  <TotalTime>0</TotalTime>
  <Words>2805</Words>
  <Application>Microsoft Office PowerPoint</Application>
  <PresentationFormat>Widescreen</PresentationFormat>
  <Paragraphs>401</Paragraphs>
  <Slides>16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AmeriHealth Caritas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AI-in-Engineering Program Overview</dc:title>
  <dc:subject>PptxGenJS Presentation</dc:subject>
  <dc:creator>Hexaware Technologies</dc:creator>
  <cp:lastModifiedBy>Venu babu Anumolu</cp:lastModifiedBy>
  <cp:revision>3</cp:revision>
  <dcterms:created xsi:type="dcterms:W3CDTF">2026-08-20T11:55:34Z</dcterms:created>
  <dcterms:modified xsi:type="dcterms:W3CDTF">2026-08-28T15:46:15Z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0x01010020426B2D8CA0A94F885E990AD9C65561</vt:lpwstr>
  </property>
</Properties>
</file>